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1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hyperlink" Target="mailto:pruebadocentevlg@hotmail.com?subject=[Programaci&#243;n%20Go%20Enero%202026%20-%20(NOMBRE%20Y%20APELLIDOS)]" TargetMode="Externa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9" Type="http://schemas.openxmlformats.org/officeDocument/2006/relationships/hyperlink" Target="mailto:pruebadocentevlg@hotmail.com?subject=[Programaci&#243;n%20Go%20Enero%202026%20-%20(NOMBRE%20Y%20APELLIDOS)]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49E752-3CBF-4C67-A993-5F423D3DF0C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1D4C6-67FA-47DD-95C0-F75160112BE4}">
      <dgm:prSet/>
      <dgm:spPr/>
      <dgm:t>
        <a:bodyPr/>
        <a:lstStyle/>
        <a:p>
          <a:r>
            <a:rPr lang="es-ES" b="1" u="sng"/>
            <a:t>Nombre</a:t>
          </a:r>
          <a:r>
            <a:rPr lang="es-ES"/>
            <a:t>: Víctor Luis Glaría Abril.</a:t>
          </a:r>
          <a:endParaRPr lang="en-US"/>
        </a:p>
      </dgm:t>
    </dgm:pt>
    <dgm:pt modelId="{F2088261-2BF1-45B5-AD57-FB3550F43D8F}" type="parTrans" cxnId="{AEEB6C97-4942-47E1-A04E-CED2540C9D64}">
      <dgm:prSet/>
      <dgm:spPr/>
      <dgm:t>
        <a:bodyPr/>
        <a:lstStyle/>
        <a:p>
          <a:endParaRPr lang="en-US"/>
        </a:p>
      </dgm:t>
    </dgm:pt>
    <dgm:pt modelId="{FEC64CF6-DDFA-4AAB-BF58-2622CABFF7C2}" type="sibTrans" cxnId="{AEEB6C97-4942-47E1-A04E-CED2540C9D64}">
      <dgm:prSet/>
      <dgm:spPr/>
      <dgm:t>
        <a:bodyPr/>
        <a:lstStyle/>
        <a:p>
          <a:endParaRPr lang="en-US"/>
        </a:p>
      </dgm:t>
    </dgm:pt>
    <dgm:pt modelId="{5B73F5DE-CD35-4C71-8DB5-9A03E2FC5A0C}">
      <dgm:prSet/>
      <dgm:spPr/>
      <dgm:t>
        <a:bodyPr/>
        <a:lstStyle/>
        <a:p>
          <a:r>
            <a:rPr lang="es-ES" b="1" u="sng"/>
            <a:t>Experiencia</a:t>
          </a:r>
          <a:r>
            <a:rPr lang="es-ES"/>
            <a:t>: Docente en distintos cursos y certificados de desarrollo e informática, desarrollador web, desarrollador, analista de antifraude, etc…</a:t>
          </a:r>
          <a:endParaRPr lang="en-US"/>
        </a:p>
      </dgm:t>
    </dgm:pt>
    <dgm:pt modelId="{0AF57508-C307-4EE7-B1A6-64EA0A864A9D}" type="parTrans" cxnId="{A208FE77-D891-4462-B987-3454F503ACBA}">
      <dgm:prSet/>
      <dgm:spPr/>
      <dgm:t>
        <a:bodyPr/>
        <a:lstStyle/>
        <a:p>
          <a:endParaRPr lang="en-US"/>
        </a:p>
      </dgm:t>
    </dgm:pt>
    <dgm:pt modelId="{6C91D063-59F8-46CC-92A5-69DD3C9D0EC0}" type="sibTrans" cxnId="{A208FE77-D891-4462-B987-3454F503ACBA}">
      <dgm:prSet/>
      <dgm:spPr/>
      <dgm:t>
        <a:bodyPr/>
        <a:lstStyle/>
        <a:p>
          <a:endParaRPr lang="en-US"/>
        </a:p>
      </dgm:t>
    </dgm:pt>
    <dgm:pt modelId="{411FF1C2-945C-4D80-BDF9-31625A6BC5B1}">
      <dgm:prSet/>
      <dgm:spPr/>
      <dgm:t>
        <a:bodyPr/>
        <a:lstStyle/>
        <a:p>
          <a:r>
            <a:rPr lang="es-ES" b="1" u="sng"/>
            <a:t>Estudios</a:t>
          </a:r>
          <a:r>
            <a:rPr lang="es-ES"/>
            <a:t>: Grado Superior en Desarrollo de Aplicaciones Multiplataforma (DAM).</a:t>
          </a:r>
          <a:endParaRPr lang="en-US"/>
        </a:p>
      </dgm:t>
    </dgm:pt>
    <dgm:pt modelId="{7AEF668B-80AD-41EA-A4BD-7B9EFEC56A75}" type="parTrans" cxnId="{374978AD-6FB0-4C3C-A2A3-3EF34B18F071}">
      <dgm:prSet/>
      <dgm:spPr/>
      <dgm:t>
        <a:bodyPr/>
        <a:lstStyle/>
        <a:p>
          <a:endParaRPr lang="en-US"/>
        </a:p>
      </dgm:t>
    </dgm:pt>
    <dgm:pt modelId="{1FA747A2-8CB6-43F4-B8BC-97A45E81EB8E}" type="sibTrans" cxnId="{374978AD-6FB0-4C3C-A2A3-3EF34B18F071}">
      <dgm:prSet/>
      <dgm:spPr/>
      <dgm:t>
        <a:bodyPr/>
        <a:lstStyle/>
        <a:p>
          <a:endParaRPr lang="en-US"/>
        </a:p>
      </dgm:t>
    </dgm:pt>
    <dgm:pt modelId="{447536C4-6F8E-4FEB-93E3-E6616818317B}">
      <dgm:prSet/>
      <dgm:spPr/>
      <dgm:t>
        <a:bodyPr/>
        <a:lstStyle/>
        <a:p>
          <a:r>
            <a:rPr lang="es-ES" b="1" u="sng"/>
            <a:t>Contacto</a:t>
          </a:r>
          <a:r>
            <a:rPr lang="es-ES"/>
            <a:t>: </a:t>
          </a:r>
          <a:r>
            <a:rPr lang="es-ES">
              <a:hlinkClick xmlns:r="http://schemas.openxmlformats.org/officeDocument/2006/relationships" r:id="rId1"/>
            </a:rPr>
            <a:t>pruebadocentevlg@hotmail.com</a:t>
          </a:r>
          <a:endParaRPr lang="en-US" dirty="0"/>
        </a:p>
      </dgm:t>
    </dgm:pt>
    <dgm:pt modelId="{E20071F7-5918-4E2A-9394-1AD9B2BC4BD4}" type="parTrans" cxnId="{C11BAA12-54C6-4C68-A6BC-67CA82A03F7E}">
      <dgm:prSet/>
      <dgm:spPr/>
      <dgm:t>
        <a:bodyPr/>
        <a:lstStyle/>
        <a:p>
          <a:endParaRPr lang="en-US"/>
        </a:p>
      </dgm:t>
    </dgm:pt>
    <dgm:pt modelId="{93A54780-58D8-4B06-9ED3-401A538E5CCA}" type="sibTrans" cxnId="{C11BAA12-54C6-4C68-A6BC-67CA82A03F7E}">
      <dgm:prSet/>
      <dgm:spPr/>
      <dgm:t>
        <a:bodyPr/>
        <a:lstStyle/>
        <a:p>
          <a:endParaRPr lang="en-US"/>
        </a:p>
      </dgm:t>
    </dgm:pt>
    <dgm:pt modelId="{257F4296-84C7-4AC3-BD5B-319611F37953}" type="pres">
      <dgm:prSet presAssocID="{CE49E752-3CBF-4C67-A993-5F423D3DF0C2}" presName="root" presStyleCnt="0">
        <dgm:presLayoutVars>
          <dgm:dir/>
          <dgm:resizeHandles val="exact"/>
        </dgm:presLayoutVars>
      </dgm:prSet>
      <dgm:spPr/>
    </dgm:pt>
    <dgm:pt modelId="{E12BE489-7E70-4130-8D3D-15D25F26EDA8}" type="pres">
      <dgm:prSet presAssocID="{8101D4C6-67FA-47DD-95C0-F75160112BE4}" presName="compNode" presStyleCnt="0"/>
      <dgm:spPr/>
    </dgm:pt>
    <dgm:pt modelId="{EE5618C2-D11F-4962-8C29-EA2D41B394EA}" type="pres">
      <dgm:prSet presAssocID="{8101D4C6-67FA-47DD-95C0-F75160112BE4}" presName="bgRect" presStyleLbl="bgShp" presStyleIdx="0" presStyleCnt="4"/>
      <dgm:spPr/>
    </dgm:pt>
    <dgm:pt modelId="{8D308317-8606-4C5A-A9FD-DF6AD0B12479}" type="pres">
      <dgm:prSet presAssocID="{8101D4C6-67FA-47DD-95C0-F75160112BE4}" presName="iconRect" presStyleLbl="node1" presStyleIdx="0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prechaun Hat"/>
        </a:ext>
      </dgm:extLst>
    </dgm:pt>
    <dgm:pt modelId="{2CC3B73C-B654-490B-B907-AD2572AA9AA6}" type="pres">
      <dgm:prSet presAssocID="{8101D4C6-67FA-47DD-95C0-F75160112BE4}" presName="spaceRect" presStyleCnt="0"/>
      <dgm:spPr/>
    </dgm:pt>
    <dgm:pt modelId="{92318358-47EF-4936-A7BE-B64C4972EA86}" type="pres">
      <dgm:prSet presAssocID="{8101D4C6-67FA-47DD-95C0-F75160112BE4}" presName="parTx" presStyleLbl="revTx" presStyleIdx="0" presStyleCnt="4">
        <dgm:presLayoutVars>
          <dgm:chMax val="0"/>
          <dgm:chPref val="0"/>
        </dgm:presLayoutVars>
      </dgm:prSet>
      <dgm:spPr/>
    </dgm:pt>
    <dgm:pt modelId="{97FCB5C1-31C1-4262-A70F-252590463010}" type="pres">
      <dgm:prSet presAssocID="{FEC64CF6-DDFA-4AAB-BF58-2622CABFF7C2}" presName="sibTrans" presStyleCnt="0"/>
      <dgm:spPr/>
    </dgm:pt>
    <dgm:pt modelId="{CCECA9A9-F50C-472B-A6CA-9B44B897472C}" type="pres">
      <dgm:prSet presAssocID="{5B73F5DE-CD35-4C71-8DB5-9A03E2FC5A0C}" presName="compNode" presStyleCnt="0"/>
      <dgm:spPr/>
    </dgm:pt>
    <dgm:pt modelId="{D5F33382-ED71-4F79-8A59-2392F0B8AAE8}" type="pres">
      <dgm:prSet presAssocID="{5B73F5DE-CD35-4C71-8DB5-9A03E2FC5A0C}" presName="bgRect" presStyleLbl="bgShp" presStyleIdx="1" presStyleCnt="4"/>
      <dgm:spPr/>
    </dgm:pt>
    <dgm:pt modelId="{4CABAAD6-4A09-4C3F-97F2-EFFC9F6EF4F5}" type="pres">
      <dgm:prSet presAssocID="{5B73F5DE-CD35-4C71-8DB5-9A03E2FC5A0C}" presName="iconRect" presStyleLbl="node1" presStyleIdx="1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441825DD-BC01-4574-99AB-AB816D481335}" type="pres">
      <dgm:prSet presAssocID="{5B73F5DE-CD35-4C71-8DB5-9A03E2FC5A0C}" presName="spaceRect" presStyleCnt="0"/>
      <dgm:spPr/>
    </dgm:pt>
    <dgm:pt modelId="{1AFC3FF2-D69A-44BC-A5C2-E8A2279A8E94}" type="pres">
      <dgm:prSet presAssocID="{5B73F5DE-CD35-4C71-8DB5-9A03E2FC5A0C}" presName="parTx" presStyleLbl="revTx" presStyleIdx="1" presStyleCnt="4">
        <dgm:presLayoutVars>
          <dgm:chMax val="0"/>
          <dgm:chPref val="0"/>
        </dgm:presLayoutVars>
      </dgm:prSet>
      <dgm:spPr/>
    </dgm:pt>
    <dgm:pt modelId="{89E57B42-466D-4031-A398-ED87CFCFF60F}" type="pres">
      <dgm:prSet presAssocID="{6C91D063-59F8-46CC-92A5-69DD3C9D0EC0}" presName="sibTrans" presStyleCnt="0"/>
      <dgm:spPr/>
    </dgm:pt>
    <dgm:pt modelId="{E68286B1-FC07-4976-B689-319FC27130EA}" type="pres">
      <dgm:prSet presAssocID="{411FF1C2-945C-4D80-BDF9-31625A6BC5B1}" presName="compNode" presStyleCnt="0"/>
      <dgm:spPr/>
    </dgm:pt>
    <dgm:pt modelId="{F907E881-5891-4957-B3D2-8310271FB7B3}" type="pres">
      <dgm:prSet presAssocID="{411FF1C2-945C-4D80-BDF9-31625A6BC5B1}" presName="bgRect" presStyleLbl="bgShp" presStyleIdx="2" presStyleCnt="4"/>
      <dgm:spPr/>
    </dgm:pt>
    <dgm:pt modelId="{21961657-2089-459C-ADAB-8F2B17258C44}" type="pres">
      <dgm:prSet presAssocID="{411FF1C2-945C-4D80-BDF9-31625A6BC5B1}" presName="iconRect" presStyleLbl="node1" presStyleIdx="2" presStyleCnt="4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lino"/>
        </a:ext>
      </dgm:extLst>
    </dgm:pt>
    <dgm:pt modelId="{A775AE29-3C53-49EB-A269-21A93F2BFBA4}" type="pres">
      <dgm:prSet presAssocID="{411FF1C2-945C-4D80-BDF9-31625A6BC5B1}" presName="spaceRect" presStyleCnt="0"/>
      <dgm:spPr/>
    </dgm:pt>
    <dgm:pt modelId="{B0D3E34B-0983-43E5-8459-6B475AB7D086}" type="pres">
      <dgm:prSet presAssocID="{411FF1C2-945C-4D80-BDF9-31625A6BC5B1}" presName="parTx" presStyleLbl="revTx" presStyleIdx="2" presStyleCnt="4">
        <dgm:presLayoutVars>
          <dgm:chMax val="0"/>
          <dgm:chPref val="0"/>
        </dgm:presLayoutVars>
      </dgm:prSet>
      <dgm:spPr/>
    </dgm:pt>
    <dgm:pt modelId="{1FA5AF8F-DC5B-4374-855F-F53E6787482F}" type="pres">
      <dgm:prSet presAssocID="{1FA747A2-8CB6-43F4-B8BC-97A45E81EB8E}" presName="sibTrans" presStyleCnt="0"/>
      <dgm:spPr/>
    </dgm:pt>
    <dgm:pt modelId="{25B6157A-71FE-430C-A164-8813448F10E0}" type="pres">
      <dgm:prSet presAssocID="{447536C4-6F8E-4FEB-93E3-E6616818317B}" presName="compNode" presStyleCnt="0"/>
      <dgm:spPr/>
    </dgm:pt>
    <dgm:pt modelId="{A0F899F9-4BB2-495B-8FDD-19D2478745F3}" type="pres">
      <dgm:prSet presAssocID="{447536C4-6F8E-4FEB-93E3-E6616818317B}" presName="bgRect" presStyleLbl="bgShp" presStyleIdx="3" presStyleCnt="4"/>
      <dgm:spPr/>
    </dgm:pt>
    <dgm:pt modelId="{E784F4A0-CA0C-443F-A2A2-FD66775A41A8}" type="pres">
      <dgm:prSet presAssocID="{447536C4-6F8E-4FEB-93E3-E6616818317B}" presName="iconRect" presStyleLbl="node1" presStyleIdx="3" presStyleCnt="4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rreo electrónico"/>
        </a:ext>
      </dgm:extLst>
    </dgm:pt>
    <dgm:pt modelId="{B0D9BDA2-273D-47E6-85FC-D45BCBF340D0}" type="pres">
      <dgm:prSet presAssocID="{447536C4-6F8E-4FEB-93E3-E6616818317B}" presName="spaceRect" presStyleCnt="0"/>
      <dgm:spPr/>
    </dgm:pt>
    <dgm:pt modelId="{126D3EB8-BCDF-4CC7-9D2F-1354890D10A0}" type="pres">
      <dgm:prSet presAssocID="{447536C4-6F8E-4FEB-93E3-E6616818317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1A79D0C-1545-4737-B8F8-157EF3745FC3}" type="presOf" srcId="{447536C4-6F8E-4FEB-93E3-E6616818317B}" destId="{126D3EB8-BCDF-4CC7-9D2F-1354890D10A0}" srcOrd="0" destOrd="0" presId="urn:microsoft.com/office/officeart/2018/2/layout/IconVerticalSolidList"/>
    <dgm:cxn modelId="{C11BAA12-54C6-4C68-A6BC-67CA82A03F7E}" srcId="{CE49E752-3CBF-4C67-A993-5F423D3DF0C2}" destId="{447536C4-6F8E-4FEB-93E3-E6616818317B}" srcOrd="3" destOrd="0" parTransId="{E20071F7-5918-4E2A-9394-1AD9B2BC4BD4}" sibTransId="{93A54780-58D8-4B06-9ED3-401A538E5CCA}"/>
    <dgm:cxn modelId="{85603A5F-DF67-4E9F-A851-0272B2C50245}" type="presOf" srcId="{8101D4C6-67FA-47DD-95C0-F75160112BE4}" destId="{92318358-47EF-4936-A7BE-B64C4972EA86}" srcOrd="0" destOrd="0" presId="urn:microsoft.com/office/officeart/2018/2/layout/IconVerticalSolidList"/>
    <dgm:cxn modelId="{A208FE77-D891-4462-B987-3454F503ACBA}" srcId="{CE49E752-3CBF-4C67-A993-5F423D3DF0C2}" destId="{5B73F5DE-CD35-4C71-8DB5-9A03E2FC5A0C}" srcOrd="1" destOrd="0" parTransId="{0AF57508-C307-4EE7-B1A6-64EA0A864A9D}" sibTransId="{6C91D063-59F8-46CC-92A5-69DD3C9D0EC0}"/>
    <dgm:cxn modelId="{AEEB6C97-4942-47E1-A04E-CED2540C9D64}" srcId="{CE49E752-3CBF-4C67-A993-5F423D3DF0C2}" destId="{8101D4C6-67FA-47DD-95C0-F75160112BE4}" srcOrd="0" destOrd="0" parTransId="{F2088261-2BF1-45B5-AD57-FB3550F43D8F}" sibTransId="{FEC64CF6-DDFA-4AAB-BF58-2622CABFF7C2}"/>
    <dgm:cxn modelId="{89B7D9A1-3379-4E0F-B5E9-A4D47F1BE5E1}" type="presOf" srcId="{411FF1C2-945C-4D80-BDF9-31625A6BC5B1}" destId="{B0D3E34B-0983-43E5-8459-6B475AB7D086}" srcOrd="0" destOrd="0" presId="urn:microsoft.com/office/officeart/2018/2/layout/IconVerticalSolidList"/>
    <dgm:cxn modelId="{AFFDC7A3-E4D6-48E5-AEE8-DF40C25CB4AA}" type="presOf" srcId="{5B73F5DE-CD35-4C71-8DB5-9A03E2FC5A0C}" destId="{1AFC3FF2-D69A-44BC-A5C2-E8A2279A8E94}" srcOrd="0" destOrd="0" presId="urn:microsoft.com/office/officeart/2018/2/layout/IconVerticalSolidList"/>
    <dgm:cxn modelId="{374978AD-6FB0-4C3C-A2A3-3EF34B18F071}" srcId="{CE49E752-3CBF-4C67-A993-5F423D3DF0C2}" destId="{411FF1C2-945C-4D80-BDF9-31625A6BC5B1}" srcOrd="2" destOrd="0" parTransId="{7AEF668B-80AD-41EA-A4BD-7B9EFEC56A75}" sibTransId="{1FA747A2-8CB6-43F4-B8BC-97A45E81EB8E}"/>
    <dgm:cxn modelId="{3A935EE1-A26B-471B-A046-CFD47052E81E}" type="presOf" srcId="{CE49E752-3CBF-4C67-A993-5F423D3DF0C2}" destId="{257F4296-84C7-4AC3-BD5B-319611F37953}" srcOrd="0" destOrd="0" presId="urn:microsoft.com/office/officeart/2018/2/layout/IconVerticalSolidList"/>
    <dgm:cxn modelId="{21A004FA-F5D0-4E7A-BB5F-C2E8CC0B4686}" type="presParOf" srcId="{257F4296-84C7-4AC3-BD5B-319611F37953}" destId="{E12BE489-7E70-4130-8D3D-15D25F26EDA8}" srcOrd="0" destOrd="0" presId="urn:microsoft.com/office/officeart/2018/2/layout/IconVerticalSolidList"/>
    <dgm:cxn modelId="{FCEB7293-AA3D-4453-BA25-B22ABAA845DD}" type="presParOf" srcId="{E12BE489-7E70-4130-8D3D-15D25F26EDA8}" destId="{EE5618C2-D11F-4962-8C29-EA2D41B394EA}" srcOrd="0" destOrd="0" presId="urn:microsoft.com/office/officeart/2018/2/layout/IconVerticalSolidList"/>
    <dgm:cxn modelId="{F5D98C3D-947B-4DBF-871B-4DE53D54FCDB}" type="presParOf" srcId="{E12BE489-7E70-4130-8D3D-15D25F26EDA8}" destId="{8D308317-8606-4C5A-A9FD-DF6AD0B12479}" srcOrd="1" destOrd="0" presId="urn:microsoft.com/office/officeart/2018/2/layout/IconVerticalSolidList"/>
    <dgm:cxn modelId="{F8023975-7455-47B5-9185-03F469F9B984}" type="presParOf" srcId="{E12BE489-7E70-4130-8D3D-15D25F26EDA8}" destId="{2CC3B73C-B654-490B-B907-AD2572AA9AA6}" srcOrd="2" destOrd="0" presId="urn:microsoft.com/office/officeart/2018/2/layout/IconVerticalSolidList"/>
    <dgm:cxn modelId="{CA1A4AF1-49C9-4C84-B836-F1DE1820F4D1}" type="presParOf" srcId="{E12BE489-7E70-4130-8D3D-15D25F26EDA8}" destId="{92318358-47EF-4936-A7BE-B64C4972EA86}" srcOrd="3" destOrd="0" presId="urn:microsoft.com/office/officeart/2018/2/layout/IconVerticalSolidList"/>
    <dgm:cxn modelId="{86A5E030-6B58-4915-8A52-1480F40502C4}" type="presParOf" srcId="{257F4296-84C7-4AC3-BD5B-319611F37953}" destId="{97FCB5C1-31C1-4262-A70F-252590463010}" srcOrd="1" destOrd="0" presId="urn:microsoft.com/office/officeart/2018/2/layout/IconVerticalSolidList"/>
    <dgm:cxn modelId="{8C9834DC-09BE-4D5A-B5C8-DBF1CE9DB811}" type="presParOf" srcId="{257F4296-84C7-4AC3-BD5B-319611F37953}" destId="{CCECA9A9-F50C-472B-A6CA-9B44B897472C}" srcOrd="2" destOrd="0" presId="urn:microsoft.com/office/officeart/2018/2/layout/IconVerticalSolidList"/>
    <dgm:cxn modelId="{DF690EB4-DBA5-45D1-BA0E-ADC00FAEC2AD}" type="presParOf" srcId="{CCECA9A9-F50C-472B-A6CA-9B44B897472C}" destId="{D5F33382-ED71-4F79-8A59-2392F0B8AAE8}" srcOrd="0" destOrd="0" presId="urn:microsoft.com/office/officeart/2018/2/layout/IconVerticalSolidList"/>
    <dgm:cxn modelId="{7588C9E2-8F45-41AC-9296-EF461ABA733B}" type="presParOf" srcId="{CCECA9A9-F50C-472B-A6CA-9B44B897472C}" destId="{4CABAAD6-4A09-4C3F-97F2-EFFC9F6EF4F5}" srcOrd="1" destOrd="0" presId="urn:microsoft.com/office/officeart/2018/2/layout/IconVerticalSolidList"/>
    <dgm:cxn modelId="{AE4902BD-ACB3-40E3-A066-F99579CEE352}" type="presParOf" srcId="{CCECA9A9-F50C-472B-A6CA-9B44B897472C}" destId="{441825DD-BC01-4574-99AB-AB816D481335}" srcOrd="2" destOrd="0" presId="urn:microsoft.com/office/officeart/2018/2/layout/IconVerticalSolidList"/>
    <dgm:cxn modelId="{1C24BE95-877B-48B7-B18F-68F35528C329}" type="presParOf" srcId="{CCECA9A9-F50C-472B-A6CA-9B44B897472C}" destId="{1AFC3FF2-D69A-44BC-A5C2-E8A2279A8E94}" srcOrd="3" destOrd="0" presId="urn:microsoft.com/office/officeart/2018/2/layout/IconVerticalSolidList"/>
    <dgm:cxn modelId="{0932030B-94EF-4F30-9952-01FF8F265A25}" type="presParOf" srcId="{257F4296-84C7-4AC3-BD5B-319611F37953}" destId="{89E57B42-466D-4031-A398-ED87CFCFF60F}" srcOrd="3" destOrd="0" presId="urn:microsoft.com/office/officeart/2018/2/layout/IconVerticalSolidList"/>
    <dgm:cxn modelId="{87C3036C-A935-46B8-916D-72A0F71016A3}" type="presParOf" srcId="{257F4296-84C7-4AC3-BD5B-319611F37953}" destId="{E68286B1-FC07-4976-B689-319FC27130EA}" srcOrd="4" destOrd="0" presId="urn:microsoft.com/office/officeart/2018/2/layout/IconVerticalSolidList"/>
    <dgm:cxn modelId="{B27EDE2F-88E5-44D7-A50B-9182C7335E7B}" type="presParOf" srcId="{E68286B1-FC07-4976-B689-319FC27130EA}" destId="{F907E881-5891-4957-B3D2-8310271FB7B3}" srcOrd="0" destOrd="0" presId="urn:microsoft.com/office/officeart/2018/2/layout/IconVerticalSolidList"/>
    <dgm:cxn modelId="{9795AA51-1D79-49C1-8BBB-05E37045558D}" type="presParOf" srcId="{E68286B1-FC07-4976-B689-319FC27130EA}" destId="{21961657-2089-459C-ADAB-8F2B17258C44}" srcOrd="1" destOrd="0" presId="urn:microsoft.com/office/officeart/2018/2/layout/IconVerticalSolidList"/>
    <dgm:cxn modelId="{CDD893C1-4684-4479-AC39-1F5B5B785EF6}" type="presParOf" srcId="{E68286B1-FC07-4976-B689-319FC27130EA}" destId="{A775AE29-3C53-49EB-A269-21A93F2BFBA4}" srcOrd="2" destOrd="0" presId="urn:microsoft.com/office/officeart/2018/2/layout/IconVerticalSolidList"/>
    <dgm:cxn modelId="{E9A4D565-1D11-4B53-BF73-BB3C0CCA63EE}" type="presParOf" srcId="{E68286B1-FC07-4976-B689-319FC27130EA}" destId="{B0D3E34B-0983-43E5-8459-6B475AB7D086}" srcOrd="3" destOrd="0" presId="urn:microsoft.com/office/officeart/2018/2/layout/IconVerticalSolidList"/>
    <dgm:cxn modelId="{F323DEDE-5BBE-4556-872B-B7273B09F286}" type="presParOf" srcId="{257F4296-84C7-4AC3-BD5B-319611F37953}" destId="{1FA5AF8F-DC5B-4374-855F-F53E6787482F}" srcOrd="5" destOrd="0" presId="urn:microsoft.com/office/officeart/2018/2/layout/IconVerticalSolidList"/>
    <dgm:cxn modelId="{29DBDD0F-D739-489C-87A4-998E923940F4}" type="presParOf" srcId="{257F4296-84C7-4AC3-BD5B-319611F37953}" destId="{25B6157A-71FE-430C-A164-8813448F10E0}" srcOrd="6" destOrd="0" presId="urn:microsoft.com/office/officeart/2018/2/layout/IconVerticalSolidList"/>
    <dgm:cxn modelId="{ED79488B-63A7-481F-9D9B-29ED3D1F6CF0}" type="presParOf" srcId="{25B6157A-71FE-430C-A164-8813448F10E0}" destId="{A0F899F9-4BB2-495B-8FDD-19D2478745F3}" srcOrd="0" destOrd="0" presId="urn:microsoft.com/office/officeart/2018/2/layout/IconVerticalSolidList"/>
    <dgm:cxn modelId="{EC214447-178A-4828-8E4C-BF007EC896E5}" type="presParOf" srcId="{25B6157A-71FE-430C-A164-8813448F10E0}" destId="{E784F4A0-CA0C-443F-A2A2-FD66775A41A8}" srcOrd="1" destOrd="0" presId="urn:microsoft.com/office/officeart/2018/2/layout/IconVerticalSolidList"/>
    <dgm:cxn modelId="{B6199FB9-62D2-4DF8-87CD-ED197EC8B33A}" type="presParOf" srcId="{25B6157A-71FE-430C-A164-8813448F10E0}" destId="{B0D9BDA2-273D-47E6-85FC-D45BCBF340D0}" srcOrd="2" destOrd="0" presId="urn:microsoft.com/office/officeart/2018/2/layout/IconVerticalSolidList"/>
    <dgm:cxn modelId="{BB6F439B-21AA-4203-8EB7-1B1566D1ED48}" type="presParOf" srcId="{25B6157A-71FE-430C-A164-8813448F10E0}" destId="{126D3EB8-BCDF-4CC7-9D2F-1354890D10A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5618C2-D11F-4962-8C29-EA2D41B394EA}">
      <dsp:nvSpPr>
        <dsp:cNvPr id="0" name=""/>
        <dsp:cNvSpPr/>
      </dsp:nvSpPr>
      <dsp:spPr>
        <a:xfrm>
          <a:off x="0" y="2409"/>
          <a:ext cx="7315200" cy="122139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308317-8606-4C5A-A9FD-DF6AD0B12479}">
      <dsp:nvSpPr>
        <dsp:cNvPr id="0" name=""/>
        <dsp:cNvSpPr/>
      </dsp:nvSpPr>
      <dsp:spPr>
        <a:xfrm>
          <a:off x="369471" y="277223"/>
          <a:ext cx="671766" cy="6717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318358-47EF-4936-A7BE-B64C4972EA86}">
      <dsp:nvSpPr>
        <dsp:cNvPr id="0" name=""/>
        <dsp:cNvSpPr/>
      </dsp:nvSpPr>
      <dsp:spPr>
        <a:xfrm>
          <a:off x="1410709" y="2409"/>
          <a:ext cx="5904490" cy="1221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264" tIns="129264" rIns="129264" bIns="12926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u="sng" kern="1200"/>
            <a:t>Nombre</a:t>
          </a:r>
          <a:r>
            <a:rPr lang="es-ES" sz="1700" kern="1200"/>
            <a:t>: Víctor Luis Glaría Abril.</a:t>
          </a:r>
          <a:endParaRPr lang="en-US" sz="1700" kern="1200"/>
        </a:p>
      </dsp:txBody>
      <dsp:txXfrm>
        <a:off x="1410709" y="2409"/>
        <a:ext cx="5904490" cy="1221393"/>
      </dsp:txXfrm>
    </dsp:sp>
    <dsp:sp modelId="{D5F33382-ED71-4F79-8A59-2392F0B8AAE8}">
      <dsp:nvSpPr>
        <dsp:cNvPr id="0" name=""/>
        <dsp:cNvSpPr/>
      </dsp:nvSpPr>
      <dsp:spPr>
        <a:xfrm>
          <a:off x="0" y="1529152"/>
          <a:ext cx="7315200" cy="122139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ABAAD6-4A09-4C3F-97F2-EFFC9F6EF4F5}">
      <dsp:nvSpPr>
        <dsp:cNvPr id="0" name=""/>
        <dsp:cNvSpPr/>
      </dsp:nvSpPr>
      <dsp:spPr>
        <a:xfrm>
          <a:off x="369471" y="1803965"/>
          <a:ext cx="671766" cy="6717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C3FF2-D69A-44BC-A5C2-E8A2279A8E94}">
      <dsp:nvSpPr>
        <dsp:cNvPr id="0" name=""/>
        <dsp:cNvSpPr/>
      </dsp:nvSpPr>
      <dsp:spPr>
        <a:xfrm>
          <a:off x="1410709" y="1529152"/>
          <a:ext cx="5904490" cy="1221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264" tIns="129264" rIns="129264" bIns="12926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u="sng" kern="1200"/>
            <a:t>Experiencia</a:t>
          </a:r>
          <a:r>
            <a:rPr lang="es-ES" sz="1700" kern="1200"/>
            <a:t>: Docente en distintos cursos y certificados de desarrollo e informática, desarrollador web, desarrollador, analista de antifraude, etc…</a:t>
          </a:r>
          <a:endParaRPr lang="en-US" sz="1700" kern="1200"/>
        </a:p>
      </dsp:txBody>
      <dsp:txXfrm>
        <a:off x="1410709" y="1529152"/>
        <a:ext cx="5904490" cy="1221393"/>
      </dsp:txXfrm>
    </dsp:sp>
    <dsp:sp modelId="{F907E881-5891-4957-B3D2-8310271FB7B3}">
      <dsp:nvSpPr>
        <dsp:cNvPr id="0" name=""/>
        <dsp:cNvSpPr/>
      </dsp:nvSpPr>
      <dsp:spPr>
        <a:xfrm>
          <a:off x="0" y="3055894"/>
          <a:ext cx="7315200" cy="122139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961657-2089-459C-ADAB-8F2B17258C44}">
      <dsp:nvSpPr>
        <dsp:cNvPr id="0" name=""/>
        <dsp:cNvSpPr/>
      </dsp:nvSpPr>
      <dsp:spPr>
        <a:xfrm>
          <a:off x="369471" y="3330707"/>
          <a:ext cx="671766" cy="6717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D3E34B-0983-43E5-8459-6B475AB7D086}">
      <dsp:nvSpPr>
        <dsp:cNvPr id="0" name=""/>
        <dsp:cNvSpPr/>
      </dsp:nvSpPr>
      <dsp:spPr>
        <a:xfrm>
          <a:off x="1410709" y="3055894"/>
          <a:ext cx="5904490" cy="1221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264" tIns="129264" rIns="129264" bIns="12926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u="sng" kern="1200"/>
            <a:t>Estudios</a:t>
          </a:r>
          <a:r>
            <a:rPr lang="es-ES" sz="1700" kern="1200"/>
            <a:t>: Grado Superior en Desarrollo de Aplicaciones Multiplataforma (DAM).</a:t>
          </a:r>
          <a:endParaRPr lang="en-US" sz="1700" kern="1200"/>
        </a:p>
      </dsp:txBody>
      <dsp:txXfrm>
        <a:off x="1410709" y="3055894"/>
        <a:ext cx="5904490" cy="1221393"/>
      </dsp:txXfrm>
    </dsp:sp>
    <dsp:sp modelId="{A0F899F9-4BB2-495B-8FDD-19D2478745F3}">
      <dsp:nvSpPr>
        <dsp:cNvPr id="0" name=""/>
        <dsp:cNvSpPr/>
      </dsp:nvSpPr>
      <dsp:spPr>
        <a:xfrm>
          <a:off x="0" y="4582636"/>
          <a:ext cx="7315200" cy="122139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84F4A0-CA0C-443F-A2A2-FD66775A41A8}">
      <dsp:nvSpPr>
        <dsp:cNvPr id="0" name=""/>
        <dsp:cNvSpPr/>
      </dsp:nvSpPr>
      <dsp:spPr>
        <a:xfrm>
          <a:off x="369471" y="4857449"/>
          <a:ext cx="671766" cy="6717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D3EB8-BCDF-4CC7-9D2F-1354890D10A0}">
      <dsp:nvSpPr>
        <dsp:cNvPr id="0" name=""/>
        <dsp:cNvSpPr/>
      </dsp:nvSpPr>
      <dsp:spPr>
        <a:xfrm>
          <a:off x="1410709" y="4582636"/>
          <a:ext cx="5904490" cy="1221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264" tIns="129264" rIns="129264" bIns="129264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b="1" u="sng" kern="1200"/>
            <a:t>Contacto</a:t>
          </a:r>
          <a:r>
            <a:rPr lang="es-ES" sz="1700" kern="1200"/>
            <a:t>: </a:t>
          </a:r>
          <a:r>
            <a:rPr lang="es-ES" sz="1700" kern="1200">
              <a:hlinkClick xmlns:r="http://schemas.openxmlformats.org/officeDocument/2006/relationships" r:id="rId9"/>
            </a:rPr>
            <a:t>pruebadocentevlg@hotmail.com</a:t>
          </a:r>
          <a:endParaRPr lang="en-US" sz="1700" kern="1200" dirty="0"/>
        </a:p>
      </dsp:txBody>
      <dsp:txXfrm>
        <a:off x="1410709" y="4582636"/>
        <a:ext cx="5904490" cy="1221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5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5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09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13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75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3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5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718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10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87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06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442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853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64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60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1/19/2026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12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1/19/2026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763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246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1/19/2026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413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79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1/19/2026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320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450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1/19/2026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876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1/19/2026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782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1/19/2026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276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378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1/19/2026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5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1/19/2026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006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1/19/2026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436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18288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66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8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561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89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1830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603503"/>
            <a:ext cx="1082649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902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7272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91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51793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81242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71733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8" y="5431536"/>
            <a:ext cx="9021471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2986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747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263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566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44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730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198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4001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3947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77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65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7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48" r:id="rId2"/>
    <p:sldLayoutId id="2147483750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56FDD-D590-0162-71F9-E5E1F5FC0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/>
          <a:p>
            <a:r>
              <a:rPr lang="es-ES" dirty="0"/>
              <a:t>IFCD0116 – Programación en </a:t>
            </a:r>
            <a:r>
              <a:rPr lang="es-ES" dirty="0" err="1"/>
              <a:t>Go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F04467-C346-2D51-FA99-D48424EA0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>
            <a:normAutofit/>
          </a:bodyPr>
          <a:lstStyle/>
          <a:p>
            <a:r>
              <a:rPr lang="es-ES" dirty="0"/>
              <a:t>Víctor Luis Glaría Abril</a:t>
            </a:r>
          </a:p>
        </p:txBody>
      </p:sp>
      <p:pic>
        <p:nvPicPr>
          <p:cNvPr id="4" name="Marcador de posición de imagen 3" descr="Pantalla de juego de computadora&#10;&#10;El contenido generado por IA puede ser incorrecto.">
            <a:extLst>
              <a:ext uri="{FF2B5EF4-FFF2-40B4-BE49-F238E27FC236}">
                <a16:creationId xmlns:a16="http://schemas.microsoft.com/office/drawing/2014/main" id="{697ED55E-5C70-AAD1-21F2-7B68837D2A9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31867" b="27234"/>
          <a:stretch>
            <a:fillRect/>
          </a:stretch>
        </p:blipFill>
        <p:spPr>
          <a:xfrm>
            <a:off x="20" y="10"/>
            <a:ext cx="12191979" cy="49864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32617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C62EB-DA83-9A44-A7CA-00949BB74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 anchor="t">
            <a:normAutofit/>
          </a:bodyPr>
          <a:lstStyle/>
          <a:p>
            <a:r>
              <a:rPr lang="es-ES" dirty="0"/>
              <a:t>Sobre mí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07A18E5-966B-4116-00B9-D0F82EE471B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13352000"/>
              </p:ext>
            </p:extLst>
          </p:nvPr>
        </p:nvGraphicFramePr>
        <p:xfrm>
          <a:off x="4504268" y="549274"/>
          <a:ext cx="7315200" cy="5806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958140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10060</TotalTime>
  <Words>61</Words>
  <Application>Microsoft Office PowerPoint</Application>
  <PresentationFormat>Panorámica</PresentationFormat>
  <Paragraphs>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Neue Haas Grotesk Text Pro</vt:lpstr>
      <vt:lpstr>Helena</vt:lpstr>
      <vt:lpstr>IFCD0116 – Programación en Go</vt:lpstr>
      <vt:lpstr>Sobre mí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Luis Glaria</dc:creator>
  <cp:lastModifiedBy>Victor Luis Glaria</cp:lastModifiedBy>
  <cp:revision>3</cp:revision>
  <dcterms:created xsi:type="dcterms:W3CDTF">2026-01-04T12:23:12Z</dcterms:created>
  <dcterms:modified xsi:type="dcterms:W3CDTF">2026-01-19T08:59:57Z</dcterms:modified>
</cp:coreProperties>
</file>